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Objectives &amp; Problem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OBJECTIVE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Make every dealer walk-around video a better sales tool by checking its quality automatically.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Built by Focus Engineering directly on top of CitNOW workflows to guarantee 100% video inspection standards across dealership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PROBLEM SOLVED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Dealer videos vary a lot: shaky, too bright, dull colours, hard to hear. Checking them by hand is slow and inconsistent.</a:t>
            </a:r>
            <a:br/>
          </a:p>
          <a:p>
            <a:pPr>
              <a:defRPr sz="1300" b="1">
                <a:solidFill>
                  <a:srgbClr val="152744"/>
                </a:solidFill>
              </a:defRPr>
            </a:pPr>
            <a:r>
              <a:t>⭐ Instant score out of 10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video gets a clear quality rating</a:t>
            </a:r>
            <a:br/>
          </a:p>
          <a:p>
            <a:pPr>
              <a:defRPr sz="1300" b="1">
                <a:solidFill>
                  <a:srgbClr val="152744"/>
                </a:solidFill>
              </a:defRPr>
            </a:pPr>
            <a:r>
              <a:t>🔧 Tells you what to fix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Lighting, steadiness, colour or sound</a:t>
            </a:r>
            <a:br/>
          </a:p>
          <a:p>
            <a:pPr>
              <a:defRPr sz="1300" b="1">
                <a:solidFill>
                  <a:srgbClr val="152744"/>
                </a:solidFill>
              </a:defRPr>
            </a:pPr>
            <a:r>
              <a:t>📚 Checks hundreds at once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 more video-by-video review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How We Analyse Every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Paste the video page link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We pull dealer, vehicle and advisor details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2. Watch the picture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Scores sharpness, brightness, colour, steadiness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3. Listen to the sound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Rates audio as Clear, Moderate or Poor</a:t>
            </a:r>
            <a:br/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4. Summarise what is said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Written transcript, short summary, translation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SAMPLE RESULT</a:t>
            </a:r>
          </a:p>
          <a:p>
            <a:pPr>
              <a:defRPr sz="2800" b="1">
                <a:solidFill>
                  <a:srgbClr val="DC2626"/>
                </a:solidFill>
              </a:defRPr>
            </a:pPr>
            <a:r>
              <a:t>3.3 / 10 Poor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Sharpness: 43.9%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Brightness: 36.9%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Colour vibrancy: 17.2%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Steadiness: 0.0%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Cleanliness: 77.8%</a:t>
            </a:r>
          </a:p>
          <a:p>
            <a:br/>
            <a:pPr>
              <a:defRPr sz="1000">
                <a:solidFill>
                  <a:srgbClr val="2563EB"/>
                </a:solidFill>
              </a:defRPr>
            </a:pPr>
            <a:r>
              <a:t>💡 AI Coaching: Severe camera shake detected via Optical Flow. Vehicle parts out of focus. Lighting below OEM threshold in wheel 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Live Link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🌐 LIVE DEMO LINK</a:t>
            </a:r>
          </a:p>
          <a:p>
            <a:br/>
            <a:pPr>
              <a:defRPr sz="1800" b="1">
                <a:solidFill>
                  <a:srgbClr val="152744"/>
                </a:solidFill>
              </a:defRPr>
            </a:pPr>
            <a:r>
              <a:t>qualitylens.focusengineeringapp.com</a:t>
            </a:r>
            <a:br/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Open it, paste a video link, see the score instantly.</a:t>
            </a:r>
            <a:br/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Super Admin: admin / admin123</a:t>
            </a:r>
            <a:br/>
            <a:r>
              <a:t>Dealer Admin: bmw_admin / bmw_secret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WHY IT MATTERS FOR SALES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📈 Spot weak videos fast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Fix them before customers see them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👥 Coach dealers with facts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Show exactly what to improve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📄 Scale with one Excel file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Hundreds of links, runs in background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💾 Every result saved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Dealer, vehicle and advisor on record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Live Portal: Executive Dashboard &amp; Video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EXECUTIVE KPI COCKPIT &amp; DEFECTS</a:t>
            </a:r>
          </a:p>
          <a:p>
            <a:pPr>
              <a:defRPr sz="1200" b="1">
                <a:solidFill>
                  <a:srgbClr val="152744"/>
                </a:solidFill>
              </a:defRPr>
            </a:pPr>
            <a:r>
              <a:t>Fleet Quality Index: 8.4 / 10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↑ +14.2% MoM (Automated BMW Benchmark: 8.0)</a:t>
            </a:r>
            <a:br/>
          </a:p>
          <a:p>
            <a:pPr>
              <a:defRPr sz="1200" b="1">
                <a:solidFill>
                  <a:srgbClr val="152744"/>
                </a:solidFill>
              </a:defRPr>
            </a:pPr>
            <a:r>
              <a:t>CitNOW OEM Compliance: 91.8%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13,705 out of 14,930 videos pass OEM standard</a:t>
            </a:r>
            <a:br/>
          </a:p>
          <a:p>
            <a:pPr>
              <a:defRPr sz="1200" b="1">
                <a:solidFill>
                  <a:srgbClr val="152744"/>
                </a:solidFill>
              </a:defRPr>
            </a:pPr>
            <a:r>
              <a:t>Re-Records Prevented: 1,280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Quality defects caught before customer receives video</a:t>
            </a:r>
            <a:br/>
          </a:p>
          <a:p>
            <a:pPr>
              <a:defRPr sz="1200" b="1">
                <a:solidFill>
                  <a:srgbClr val="152744"/>
                </a:solidFill>
              </a:defRPr>
            </a:pPr>
            <a:r>
              <a:t>Advisor Resolution Rate: 96.4%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Micro-coaching completed by technicians in &lt;48h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📹 AI VIDEO INSPECTOR &amp; AUDIO DSP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Laser Scanning Frame Inspection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Evaluates frame-by-frame camera shake (Optical Flow), focus, and lighting.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Acoustic DSP Equalizer Spectrum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Continuous SNR dB and RMS volume metering pinpoints workshop tool clatter.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OpenAI Whisper Regional NLP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Transcribes and translates Tamil, Telugu, and Hindi technical speech to English.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Actionable Advisor Micro-Coaching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Instant feedback prompts technicians on steadiness and mic discipline.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Live Portal: Batch Ingestion &amp; Coaching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5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📄 CITNOW BULK EXCEL PIPELINE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Multi-Threaded Background Processing: Upload CitNOW_Batch_Export.xlsx with hundreds of video URLs. 8 concurrent worker threads audit all videos asynchronously.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Zero Retraining for Dealership Technicians: Mechanics record using existing CitNOW devices and workflows. QualityLens audits in the cloud.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Export OEM Audit Reports: Download comprehensive Excel (.xlsx/.csv) compliance reports for BMW, Mercedes, and Audi dealer principals.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🏆 WORKSHOP COACHING LEADERBOARD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🥇 Rajesh K. (Bay 2): 9.4 / 10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142 walkaround videos • 100% compliant (Top Performer)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🥈 David V. (Bay 4): 9.1 / 10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118 walkaround videos • 98% audio clarity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🥉 Amit S. (Bay 1): 8.6 / 10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96 walkaround videos • Consistently steady camera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⚠️ Suresh M. (Bay 5): 4.1 / 10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Flagged: Automated WhatsApp micro-lesson sent for camera stability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Competitive Advantage &amp; 6-Platform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⚠️ COMPETITOR BOTTLENECKS</a:t>
            </a:r>
          </a:p>
          <a:p>
            <a:br/>
            <a:pPr>
              <a:defRPr sz="1200" b="1">
                <a:solidFill>
                  <a:srgbClr val="991B1B"/>
                </a:solidFill>
              </a:defRPr>
            </a:pPr>
            <a:r>
              <a:t>• myKaarma: Requires App Swap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Dealerships must abandon CitNOW and retrain mechanics on myKaarma mobile apps.</a:t>
            </a:r>
          </a:p>
          <a:p>
            <a:br/>
            <a:pPr>
              <a:defRPr sz="1200" b="1">
                <a:solidFill>
                  <a:srgbClr val="991B1B"/>
                </a:solidFill>
              </a:defRPr>
            </a:pPr>
            <a:r>
              <a:t>• TwelveLabs: Developer API, Not Turnkey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Raw vector API lacks CitNOW scrapers, VIN decoders, and dealer coaching scorecards.</a:t>
            </a:r>
          </a:p>
          <a:p>
            <a:br/>
            <a:pPr>
              <a:defRPr sz="1200" b="1">
                <a:solidFill>
                  <a:srgbClr val="991B1B"/>
                </a:solidFill>
              </a:defRPr>
            </a:pPr>
            <a:r>
              <a:t>• Kimoby &amp; TruVideo: Destructive Noise Masking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Applies noise filters that distort technician voices during air impact wrench firing.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⭐ WHY QUALITYLENS WINS</a:t>
            </a:r>
          </a:p>
          <a:p>
            <a:br/>
            <a:pPr>
              <a:defRPr sz="1200" b="1">
                <a:solidFill>
                  <a:srgbClr val="152744"/>
                </a:solidFill>
              </a:defRPr>
            </a:pPr>
            <a:r>
              <a:t>✔ 100% CitNOW Native Compatibility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Zero-friction link scraper and Excel batch ingester runs seamlessly alongside CitNOW.</a:t>
            </a:r>
          </a:p>
          <a:p>
            <a:br/>
            <a:pPr>
              <a:defRPr sz="1200" b="1">
                <a:solidFill>
                  <a:srgbClr val="152744"/>
                </a:solidFill>
              </a:defRPr>
            </a:pPr>
            <a:r>
              <a:t>✔ Deterministic Mathematical Signal Physics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Computes exact 2D Laplacian focus, Farnebäck Optical Flow, and Spectral SNR in dB.</a:t>
            </a:r>
          </a:p>
          <a:p>
            <a:br/>
            <a:pPr>
              <a:defRPr sz="1200" b="1">
                <a:solidFill>
                  <a:srgbClr val="152744"/>
                </a:solidFill>
              </a:defRPr>
            </a:pPr>
            <a:r>
              <a:t>✔ 14+ Indian Regional Dialect NLP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OpenAI Whisper + Meta NLLB-200 translates Tamil, Telugu, Hindi to corporate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cus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816429" cy="594360"/>
          </a:xfrm>
          <a:prstGeom prst="rect">
            <a:avLst/>
          </a:prstGeom>
        </p:spPr>
      </p:pic>
      <p:pic>
        <p:nvPicPr>
          <p:cNvPr id="3" name="Picture 2" descr="qualitylen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2390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52744"/>
                </a:solidFill>
                <a:latin typeface="Segoe UI"/>
              </a:defRPr>
            </a:pPr>
            <a:r>
              <a:t>AI Architecture, Formula &amp; Live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QualityLens | Sales &amp;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7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152744"/>
                </a:solidFill>
              </a:defRPr>
            </a:pPr>
            <a:r>
              <a:t>📐 0.0 TO 10.0 MATHEMATICAL SCORING MODEL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Video Quality = 0.30(Sharpness) + 0.30(Stability) + 0.20(Resolution) + 0.20(Lighting) - P_defects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Audio Quality = 0.40(Clarity) + 0.35(SNR_dB) + 0.25(RMS_Volume) - P_defects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• Overall Quality Score = 0.55 × VideoQuality + 0.45 × AudioQuality - P_critical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Action Thresholds: ⭐ Excellent (8.0–10.0) | ✔ Good (6.0–7.9) | ⚠️ Fair (4.0–5.9) | ❌ Poor (&lt;4.0 - Re-Shoot Alert)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52744"/>
          </a:solidFill>
          <a:ln>
            <a:solidFill>
              <a:srgbClr val="15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⚡ LIVE AI TESTBENCH &amp; 2026 ROADMAP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Live Simulator Presets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Interactive testing with BMW 320d (Hindi), Audi A6 (Silent), and Mercedes C200 (English).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Visual-Verbal Alignment (2026)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Cross-checks Whisper transcript with Gemini Vision keyframes to verify camera points at spoken parts.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Pre-Send Quality Webhook (2026)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Instant automated WhatsApp alert dispatched if score &lt; 4.0 for immediate bay re-shoot.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Semantic Defect Search (2026)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MongoDB Atlas Vector Search querying 'Show all videos with leaking shock absorbers' across 15,000+ videos.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